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f7a2d985c476b" /><Relationship Type="http://schemas.openxmlformats.org/officeDocument/2006/relationships/extended-properties" Target="/docProps/app.xml" Id="R0a57599defa84890" /><Relationship Type="http://schemas.openxmlformats.org/officeDocument/2006/relationships/officeDocument" Target="/ppt/presentation.xml" Id="R00b9bbd2983f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7233e3a4834c40"/>
  </p:sldMasterIdLst>
  <p:notesMasterIdLst>
    <p:notesMasterId xmlns:r="http://schemas.openxmlformats.org/officeDocument/2006/relationships" r:id="R389ba63bd59a43aa"/>
  </p:notesMasterIdLst>
  <p:sldIdLst>
    <p:sldId xmlns:r="http://schemas.openxmlformats.org/officeDocument/2006/relationships" id="256" r:id="R968d0975af27422b"/>
    <p:sldId xmlns:r="http://schemas.openxmlformats.org/officeDocument/2006/relationships" id="257" r:id="R42bda7b4123c4637"/>
    <p:sldId xmlns:r="http://schemas.openxmlformats.org/officeDocument/2006/relationships" id="258" r:id="R8bbc8d4cebf84746"/>
    <p:sldId xmlns:r="http://schemas.openxmlformats.org/officeDocument/2006/relationships" id="259" r:id="Rad1eb50d6e3145d0"/>
    <p:sldId xmlns:r="http://schemas.openxmlformats.org/officeDocument/2006/relationships" id="260" r:id="Rddb63333245846b1"/>
    <p:sldId xmlns:r="http://schemas.openxmlformats.org/officeDocument/2006/relationships" id="261" r:id="R56f2b0a57161487b"/>
    <p:sldId xmlns:r="http://schemas.openxmlformats.org/officeDocument/2006/relationships" id="262" r:id="Rf5d4d6c675a448d8"/>
    <p:sldId xmlns:r="http://schemas.openxmlformats.org/officeDocument/2006/relationships" id="263" r:id="R0d6bf18eb7434489"/>
    <p:sldId xmlns:r="http://schemas.openxmlformats.org/officeDocument/2006/relationships" id="264" r:id="Rd26206ba834241ff"/>
    <p:sldId xmlns:r="http://schemas.openxmlformats.org/officeDocument/2006/relationships" id="265" r:id="Rdc4c790eaa3143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d6522b591e43c2" /><Relationship Type="http://schemas.openxmlformats.org/officeDocument/2006/relationships/slideMaster" Target="/ppt/slideMasters/slideMaster1.xml" Id="Ref7233e3a4834c40" /><Relationship Type="http://schemas.openxmlformats.org/officeDocument/2006/relationships/notesMaster" Target="/ppt/notesMasters/notesMaster1.xml" Id="R389ba63bd59a43aa" /><Relationship Type="http://schemas.openxmlformats.org/officeDocument/2006/relationships/presProps" Target="/ppt/presProps.xml" Id="R704d50182a154094" /><Relationship Type="http://schemas.openxmlformats.org/officeDocument/2006/relationships/tableStyles" Target="/ppt/tableStyles.xml" Id="R56d0ecc3cc304533" /><Relationship Type="http://schemas.openxmlformats.org/officeDocument/2006/relationships/slide" Target="/ppt/slides/slide1.xml" Id="R968d0975af27422b" /><Relationship Type="http://schemas.openxmlformats.org/officeDocument/2006/relationships/slide" Target="/ppt/slides/slide2.xml" Id="R42bda7b4123c4637" /><Relationship Type="http://schemas.openxmlformats.org/officeDocument/2006/relationships/slide" Target="/ppt/slides/slide3.xml" Id="R8bbc8d4cebf84746" /><Relationship Type="http://schemas.openxmlformats.org/officeDocument/2006/relationships/slide" Target="/ppt/slides/slide4.xml" Id="Rad1eb50d6e3145d0" /><Relationship Type="http://schemas.openxmlformats.org/officeDocument/2006/relationships/slide" Target="/ppt/slides/slide5.xml" Id="Rddb63333245846b1" /><Relationship Type="http://schemas.openxmlformats.org/officeDocument/2006/relationships/slide" Target="/ppt/slides/slide6.xml" Id="R56f2b0a57161487b" /><Relationship Type="http://schemas.openxmlformats.org/officeDocument/2006/relationships/slide" Target="/ppt/slides/slide7.xml" Id="Rf5d4d6c675a448d8" /><Relationship Type="http://schemas.openxmlformats.org/officeDocument/2006/relationships/slide" Target="/ppt/slides/slide8.xml" Id="R0d6bf18eb7434489" /><Relationship Type="http://schemas.openxmlformats.org/officeDocument/2006/relationships/slide" Target="/ppt/slides/slide9.xml" Id="Rd26206ba834241ff" /><Relationship Type="http://schemas.openxmlformats.org/officeDocument/2006/relationships/slide" Target="/ppt/slides/slide10.xml" Id="Rdc4c790eaa3143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941ee7bd0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3dea6e6fe4511" /><Relationship Type="http://schemas.openxmlformats.org/officeDocument/2006/relationships/notesMaster" Target="/ppt/notesMasters/notesMaster1.xml" Id="R14681c50dfc9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18f7622e7466f" /><Relationship Type="http://schemas.openxmlformats.org/officeDocument/2006/relationships/notesMaster" Target="/ppt/notesMasters/notesMaster1.xml" Id="R373b1056e60849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131138dd84679" /><Relationship Type="http://schemas.openxmlformats.org/officeDocument/2006/relationships/notesMaster" Target="/ppt/notesMasters/notesMaster1.xml" Id="R701cf487eb33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5cbd987ec46bf" /><Relationship Type="http://schemas.openxmlformats.org/officeDocument/2006/relationships/notesMaster" Target="/ppt/notesMasters/notesMaster1.xml" Id="R8128a0cd715f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bf7eb804d64d4f" /><Relationship Type="http://schemas.openxmlformats.org/officeDocument/2006/relationships/notesMaster" Target="/ppt/notesMasters/notesMaster1.xml" Id="Rdd7975af37834b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cdc80e38d4c6d" /><Relationship Type="http://schemas.openxmlformats.org/officeDocument/2006/relationships/notesMaster" Target="/ppt/notesMasters/notesMaster1.xml" Id="R14cbd7741802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e369364f6f4a72" /><Relationship Type="http://schemas.openxmlformats.org/officeDocument/2006/relationships/notesMaster" Target="/ppt/notesMasters/notesMaster1.xml" Id="R164ae1565b2745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e0adbbdec4919" /><Relationship Type="http://schemas.openxmlformats.org/officeDocument/2006/relationships/notesMaster" Target="/ppt/notesMasters/notesMaster1.xml" Id="R9e6d389e72014b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310b15e6c4666" /><Relationship Type="http://schemas.openxmlformats.org/officeDocument/2006/relationships/notesMaster" Target="/ppt/notesMasters/notesMaster1.xml" Id="R3058c4a945b041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ab0c0356c4195" /><Relationship Type="http://schemas.openxmlformats.org/officeDocument/2006/relationships/notesMaster" Target="/ppt/notesMasters/notesMaster1.xml" Id="R3d4ec1ee556340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the intended completed version of Artifact Alley. It does not claim that every planned feature is already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presentation convention used: state the problem first, then explain the solution in plain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based on the repository pom.xml and deployment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Research-informed flow used for this presentation: problem, solution, objectives, architecture, technology, expected result, and future scope. Sources consulted: University of Washington CSE 403 demo guidance and final-year software project presentation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5e2d1b629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0c1b5a931047dc" /><Relationship Type="http://schemas.openxmlformats.org/officeDocument/2006/relationships/slideLayout" Target="/ppt/slideLayouts/slideLayout1.xml" Id="R4015048a3964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5048a3964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8683a1abd4206" /><Relationship Type="http://schemas.openxmlformats.org/officeDocument/2006/relationships/image" Target="/ppt/media/image.png" Id="Rb351aed5e1a044fd" /><Relationship Type="http://schemas.openxmlformats.org/officeDocument/2006/relationships/notesSlide" Target="/ppt/notesSlides/notesSlide1.xml" Id="R7bd84b8d689d43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3c45ad56343db" /><Relationship Type="http://schemas.openxmlformats.org/officeDocument/2006/relationships/notesSlide" Target="/ppt/notesSlides/notesSlide2.xml" Id="R0248bbd91e154f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3923b1353484d" /><Relationship Type="http://schemas.openxmlformats.org/officeDocument/2006/relationships/notesSlide" Target="/ppt/notesSlides/notesSlide3.xml" Id="R54045bba95dc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a67bb725142d6" /><Relationship Type="http://schemas.openxmlformats.org/officeDocument/2006/relationships/notesSlide" Target="/ppt/notesSlides/notesSlide4.xml" Id="R6b7b99fede9c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75e6d1c0f4ae9" /><Relationship Type="http://schemas.openxmlformats.org/officeDocument/2006/relationships/notesSlide" Target="/ppt/notesSlides/notesSlide5.xml" Id="R334847f2870e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15fd74e564e0f" /><Relationship Type="http://schemas.openxmlformats.org/officeDocument/2006/relationships/notesSlide" Target="/ppt/notesSlides/notesSlide6.xml" Id="R7d1a8bf712484b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e9fd1b2d94fd8" /><Relationship Type="http://schemas.openxmlformats.org/officeDocument/2006/relationships/notesSlide" Target="/ppt/notesSlides/notesSlide7.xml" Id="Rcba23b48778046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9adb556624d96" /><Relationship Type="http://schemas.openxmlformats.org/officeDocument/2006/relationships/image" Target="/ppt/media/image2.png" Id="R86a0e4898c22400a" /><Relationship Type="http://schemas.openxmlformats.org/officeDocument/2006/relationships/image" Target="/ppt/media/image3.png" Id="R62597e82dd5f4465" /><Relationship Type="http://schemas.openxmlformats.org/officeDocument/2006/relationships/notesSlide" Target="/ppt/notesSlides/notesSlide8.xml" Id="R4240d348475e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63f548080428d" /><Relationship Type="http://schemas.openxmlformats.org/officeDocument/2006/relationships/notesSlide" Target="/ppt/notesSlides/notesSlide9.xml" Id="R8e0be1cb3332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4e38424de4a00" /><Relationship Type="http://schemas.openxmlformats.org/officeDocument/2006/relationships/notesSlide" Target="/ppt/notesSlides/notesSlide10.xml" Id="R6e8c6b282b794d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38B64-C7A8-47E2-B988-CAB6EF0A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1C4C4-D572-4CCC-804C-764389F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48F85-F224-4BC2-B023-84803BE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14400"/>
            <a:ext cx="34290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1aed5e1a044fd"/>
          <a:stretch xmlns:a="http://schemas.openxmlformats.org/drawingml/2006/main"/>
        </p:blipFill>
        <p:spPr>
          <a:xfrm xmlns:a="http://schemas.openxmlformats.org/drawingml/2006/main">
            <a:off x="7905750" y="11620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2E78C-CED6-4F86-A026-EF6C6549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9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30F9-4523-4DF4-8D2C-B6858D71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95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Online Auction Platform for Artifacts and Antiques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AAE50-4723-40CB-A696-F9F5EA9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142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College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58454-0061-4ACD-AB2A-6ED07D83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FFFFFF"/>
                </a:solidFill>
                <a:latin typeface="C059"/>
                <a:ea typeface="C059"/>
                <a:cs typeface="C059"/>
              </a:rPr>
              <a:t>Proposed completed-system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5F9AB-812E-4A33-9E51-2C044BA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EE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DDE8EE"/>
                </a:solidFill>
                <a:latin typeface="C059"/>
                <a:ea typeface="C059"/>
                <a:cs typeface="C059"/>
              </a:rPr>
              <a:t>A role-based platform for trusted artifact discovery, approval, and bidding</a:t>
            </a:r>
          </a:p>
        </p:txBody>
      </p:sp>
    </p:spTree>
    <p:extLst>
      <p:ext uri="{BB962C8B-B14F-4D97-AF65-F5344CB8AC3E}">
        <p14:creationId xmlns:p14="http://schemas.microsoft.com/office/powerpoint/2010/main" val="1621937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18D90-970D-4902-95FA-62D2A065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D5549-F63F-41D8-B011-F88EFC7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Why Artifact Alley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A812-D116-484E-839C-C4619464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 addresses the difficulty of organizing trusted online auctions for artifacts and antiques.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7A22E-F7D8-4836-A276-E2D6770B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A5587-726D-4375-A838-EF6AC23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43450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B24A4-19E0-45BE-B859-7AAF8EA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Current difficulty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ACF63-44F1-4197-9CE8-0FC0C8AE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76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57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Collectors need a clear way to discover items, follow active auctions, and place bids. Sellers need a controlled path to publish listings. An administrator needs oversight before an item appears publicly.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669E0-8F6B-4B6B-BB1C-9DB3A25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381625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A669-2BE0-428E-B56E-529D2FF5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52BEE-5FC9-4E93-A76F-DD4311A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8B7EC-08E6-4524-8EB6-50CEDA3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68EFE-0652-4637-B8CB-1E38D24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3C9E1-3583-4B7B-9AAF-7DBF24CB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a curated catalogue of live auction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83A61-C2EC-4BAE-B012-18771EC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2FDB2-DA9F-42D0-8A42-43A3EFE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CFDC7-0E77-4C5C-AC2E-C5A1CF0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43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Participate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04988-AE1C-452D-8384-ABEC357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Sign in and place a valid bid on an active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CEDF7-276E-4DA0-B556-3CF5420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5E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76F7F-8AE9-4276-92B2-642C72C5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D2A47-8CCC-48D9-85B2-F1F8E8A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33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Supervise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8A273-57FE-4D42-97BD-2A4342E9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Review seller submissions before public release.</a:t>
            </a:r>
          </a:p>
        </p:txBody>
      </p:sp>
    </p:spTree>
    <p:extLst>
      <p:ext uri="{BB962C8B-B14F-4D97-AF65-F5344CB8AC3E}">
        <p14:creationId xmlns:p14="http://schemas.microsoft.com/office/powerpoint/2010/main" val="1786577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BDD1B-F338-42B2-9E7A-9FA1A565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6C124-F750-491A-AE91-D954E49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DC833-5C8B-4788-9B56-13D83850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completed system will support the main auction journey while keeping actions tied to user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D1E89-712E-45DA-B159-19C5D8D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21E4-3593-4431-96B0-CC7A6EC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35297-0773-40AB-80E0-8D057EE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68062-B646-4E46-9889-FE8C154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Trusted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24A7D-EB44-4222-9993-4024DE2C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accounts and sign in with server-side validation and secure password storage.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5FAC4-6B7D-4E92-80C9-A6A351A2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AC25C-337F-4912-8B1F-523515C9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6D900-E8DF-490E-BD7E-9583E23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Controlled listing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4C0DB-F8C0-44A1-87F8-54FA41A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Let sellers submit artifact listings for review before publication.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0E6BB-33F7-4010-A630-237D0752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02DD7-9194-4924-8E6F-7845028B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6422A-2091-49CD-995F-73D4495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Fair bidding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86A9A-E6E5-40F1-9B51-8B28D87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Accept bids only when the auction is live and the amount meets the required minimum.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A4798-4C31-4A46-97C6-F1496FF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8A21A-F781-4796-8B8A-27A0BEC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AD826-CD57-49BC-880E-498D4995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Administrative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8E5A9-5EB2-428B-B431-A113AAF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Allow an administrator to approve suitable submissions and manage the marketplace.</a:t>
            </a:r>
          </a:p>
        </p:txBody>
      </p:sp>
    </p:spTree>
    <p:extLst>
      <p:ext uri="{BB962C8B-B14F-4D97-AF65-F5344CB8AC3E}">
        <p14:creationId xmlns:p14="http://schemas.microsoft.com/office/powerpoint/2010/main" val="129983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D0CD2-72F6-4D22-AE61-C5FB99E8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0A67E-6D45-47BC-AB29-78BFB78F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Users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30C3B-5CDF-4FAE-83AF-7CE7BE7F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Role-based access keeps each part of the marketplace focused and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40687-1DD1-4A55-897C-AA2E5A9E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20897-6646-4354-A49C-02EF2C4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63FFD-28E0-483C-982A-2F805A4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49F96-0DA8-4711-9293-0F3BE3E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2B91C-1E1F-42E7-87CA-46A0A1FD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auctions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View auction details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Place valid bids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D05D4-15ED-43C7-B751-19541F9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DA336-6736-4851-9B18-4D5EA269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9F323-9CEE-47BA-89E2-9082C0DD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5907D-DC7E-48B2-9D40-7A2E3A7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Register as a seller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Submit an artifact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Track approval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EEE7C-C767-4146-BDE2-E7DD1E8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84677-9779-4E61-B922-82616F9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813F0-3046-4BC7-8B3A-3E862A60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Administrator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D585C-F196-4F1E-A697-02DD5607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Review pending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Approve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Maintain marketplace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FDE93-7FD6-4CC4-A0D3-92BB478E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A visitor may browse the catalogue. Account-only actions require the relevant role.</a:t>
            </a:r>
          </a:p>
        </p:txBody>
      </p:sp>
    </p:spTree>
    <p:extLst>
      <p:ext uri="{BB962C8B-B14F-4D97-AF65-F5344CB8AC3E}">
        <p14:creationId xmlns:p14="http://schemas.microsoft.com/office/powerpoint/2010/main" val="30323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E77E6-98E1-4D5B-89B7-24E5AB05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2436D-277C-4057-B1F7-D380EDC3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How the completed system will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3F545-655F-4840-A8F7-28E459EF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public auction flow begins with a seller submission and ends with a bidder action on a live listing.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6B33-A0FE-441C-86F6-1FD31D56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97778-F443-48FB-889E-DF1937FF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54B7-C7EE-47A3-8577-66EF319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submits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236C5-87B0-4EDF-BA9A-DB459153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527ED-6670-4DD3-9905-20EBB5AA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1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 reviews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1A652-A5C0-4D1C-88E7-871898A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ED580-9C5D-41EE-BD62-0C4AE9E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Approved listing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becomes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8212C-20F1-4F2A-834B-E691785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9AA8-CF58-475C-8DBD-5A40E509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and bids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14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911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67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501DB-2ADB-43FE-9C44-D5D0E40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Approval protects the public catalogue. Bid rules protect the auction process.</a:t>
            </a:r>
          </a:p>
        </p:txBody>
      </p:sp>
    </p:spTree>
    <p:extLst>
      <p:ext uri="{BB962C8B-B14F-4D97-AF65-F5344CB8AC3E}">
        <p14:creationId xmlns:p14="http://schemas.microsoft.com/office/powerpoint/2010/main" val="758863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E8569-CF05-4059-830C-1D42F52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9CD52-3234-42CE-AF28-93C50C3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Proposed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AECC8-AEE8-4D92-A180-781064A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 layered Spring application separates the browser experience, business rules, and stored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C8AA4-D9EC-4EB2-830E-CC2B8460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A22B9-560B-457D-95FC-8D0CFC1F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986E-2BE6-4EDC-B62A-6162D5C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2381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D12F8-14DC-474E-9B64-F1FA207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C223E-8AF4-4382-866C-FEE929B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19375"/>
            <a:ext cx="12858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BDC98-AC18-4076-A01E-6F28B3AA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37D0F-50F0-492F-BE67-34B8A81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JSP pages</a:t>
            </a:r>
          </a:p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2841-CB42-4524-BDE7-F8FBF4E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5663A-5A9C-4806-970B-F64345A2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5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MVC controllers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Services and validation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Data JPA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3A8BD-68DF-44BA-8E8D-E3E7A5D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EBB54-6555-4517-BA28-7249EA00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480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7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H2 for local work</a:t>
            </a:r>
          </a:p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PostgreSQL for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4C5C-57AD-43EA-8794-5929854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86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6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3BE84-80D4-456F-9EF9-466E218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Render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319087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38875" y="31908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15450" y="31908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43324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7B9B4-50B2-417C-B745-23F317C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95AFD-2FB0-4B21-9CFA-217F22AE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92159-A6E3-4519-88C8-B15A5CA9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stack matches the Java syllabus and supports a server-rendered web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7867F-19B8-4180-A6F7-5E244771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F41E9-80E6-46C9-B572-DE6DEF3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97A4E-43B5-480C-B0FC-902662A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6CA4-1DB9-4EB7-87B4-48CF6A58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Java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4A2B4-E575-44EB-85BF-F183EC3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7B431-C902-495E-962F-40546E5A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Framework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FCF35-71CC-45F4-A2A7-B5091185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 3.5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48BEC-79B7-44F8-A3FC-F26BE8C6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3BD3E-7037-4FB4-B3C7-87A8F25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Web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33198-05BF-4112-A58F-03358C3A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MVC and JSP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6C527-F6C3-4327-9CCE-1E3F63F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B3B64-EDF0-44B9-858E-BD54E50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387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1753-C5BD-4F59-BE9E-A67461C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196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Data JPA and JDBC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3DB74-13A6-4BE7-9788-CFCF7B6B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BAA83-B01B-4E66-A7AB-483BA4A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E4AC6-33B5-443C-8932-B31D595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H2 locally; PostgreSQL in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7E6B9-962A-4261-A669-1443127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3BBC6-B3D2-4DF4-963A-AA287971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Build and packaging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55F41-8A73-498C-B297-25C009E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Maven and executable WAR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CC9E3-A093-4725-9492-B78C1DC4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E74F2-FA2F-4CBF-A6A5-EA9CA535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BF5CD-0141-4834-832E-97137A41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Docker on Render</a:t>
            </a:r>
          </a:p>
        </p:txBody>
      </p:sp>
    </p:spTree>
    <p:extLst>
      <p:ext uri="{BB962C8B-B14F-4D97-AF65-F5344CB8AC3E}">
        <p14:creationId xmlns:p14="http://schemas.microsoft.com/office/powerpoint/2010/main" val="538883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3CC98-7310-4AC8-9CEC-F6FBFDF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301D6-B82A-4BEE-B9D3-0902F92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completed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13308-88A4-4B09-938B-7E239A16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target system creates a simple, auditable journey for each marketplace participant.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5FC2D-D47B-42E7-A32F-3AB05D9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0e4898c22400a"/>
          <a:stretch xmlns:a="http://schemas.openxmlformats.org/drawingml/2006/main"/>
        </p:blipFill>
        <p:spPr>
          <a:xfrm xmlns:a="http://schemas.openxmlformats.org/drawingml/2006/main">
            <a:off x="809625" y="1762125"/>
            <a:ext cx="2619375" cy="261937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97e82dd5f4465"/>
          <a:stretch xmlns:a="http://schemas.openxmlformats.org/drawingml/2006/main"/>
        </p:blipFill>
        <p:spPr>
          <a:xfrm xmlns:a="http://schemas.openxmlformats.org/drawingml/2006/main">
            <a:off x="8429625" y="1762125"/>
            <a:ext cx="2619375" cy="2619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3A23F-6720-4BC3-9AB9-59EC281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DDEFC-0DD8-485D-BCC1-ABFDBA9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account, submit artifact, await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395E3-1F49-4737-A796-475E462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310BD-54C9-43BE-89CC-41DDA8A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items, inspect details, place a valid bid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8E629-B60F-4E90-A92E-5A04B84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57450"/>
            <a:ext cx="4648200" cy="1571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04411-27FF-4FDF-953D-4B72CA7B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03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Marketplace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BF063-697A-4F19-9536-7A5AACC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5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Only approved items appear in the live catalogue.</a:t>
            </a:r>
          </a:p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Bidding rules reject invalid actions.</a:t>
            </a:r>
          </a:p>
        </p:txBody>
      </p:sp>
    </p:spTree>
    <p:extLst>
      <p:ext uri="{BB962C8B-B14F-4D97-AF65-F5344CB8AC3E}">
        <p14:creationId xmlns:p14="http://schemas.microsoft.com/office/powerpoint/2010/main" val="566721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86BE9-29C1-4FF2-9FAB-5590F64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724C-E4E8-4465-AD0B-F43581C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50FF7-6431-400C-9B61-8E9F5DC7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project’s intended result is a structured auction workflow that can grow beyond the first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9B89-A3A1-4A71-8BDD-944BD5B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F36C-2AA6-4284-A98B-F3FB60BA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750A6-8EB0-4B1F-BF25-F8578A4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04E80-5B0C-47CC-A63C-F56B2D03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3762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A single web platform where: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bidders participate in live auctions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sellers submit artifacts through review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administrators control marketplace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903D7-3727-4026-A154-E328B7B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3340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F6ACA-DD79-4D1D-A241-7C1AAC4C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Next planned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E7580-D66F-4D09-BC63-E5D69814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Artifact photos and richer catalogue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 dashboard for submitted listings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Auction closing logic, winner notification, and payment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FDA59-D03C-4432-8EE7-EA23D50E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Future scope items are proposed, not presented as completed features.</a:t>
            </a:r>
          </a:p>
        </p:txBody>
      </p:sp>
    </p:spTree>
    <p:extLst>
      <p:ext uri="{BB962C8B-B14F-4D97-AF65-F5344CB8AC3E}">
        <p14:creationId xmlns:p14="http://schemas.microsoft.com/office/powerpoint/2010/main" val="1579620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62C86-8E4D-46B3-B354-D6D5469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E5348-20E0-4136-93D3-A00D4217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B3109-0ABB-44FF-A1D1-F6C98CDD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6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2E2E1-484A-45B6-A47D-59D2E0A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80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A proposed online auction platform for artifacts and antiques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9A0F5-7639-4174-8176-5008468F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5B888-6BC6-4BFB-8130-4812C221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6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725" b="0">
                <a:solidFill>
                  <a:srgbClr val="FFFFFF"/>
                </a:solidFill>
                <a:latin typeface="C059"/>
                <a:ea typeface="C059"/>
                <a:cs typeface="C059"/>
              </a:rPr>
              <a:t>The finished project will combine secure role-based access, controlled artifact approval, and valid bidding rules in one Spring-powered web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D0B33-E4EE-4A48-BC46-6C956DB3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217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54539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2026-09-23T02:50:35.8540000Z</dcterms:created>
  <dcterms:modified xsi:type="dcterms:W3CDTF">2026-09-23T02:50:35.8540000Z</dcterms:modified>
</coreProperties>
</file>